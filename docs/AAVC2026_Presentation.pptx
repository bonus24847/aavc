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Release distance from truth (m)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0.26</c:v>
                </c:pt>
                <c:pt idx="2">
                  <c:v>0.1</c:v>
                </c:pt>
                <c:pt idx="3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777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77777"/>
                    </a:solidFill>
                    <a:latin typeface="Arial"/>
                  </a:rPr>
                  <a:t>m from pad centre (0.5 m = threshold)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PX4 Quadcopter 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Fragile-Cargo Delivery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78892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Aerial Vehicle Challenge (AAVC) 2026  ·  Rules V1.3  ·  IAAI, KMITL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AeroOptix     ·     KMUTNB, Faculty of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AAVC 2026: deliver a fragile egg onto the ArUco-assigned pad,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repeat for up to four pads inside 20 minutes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a 1 m pad with a 400 mm ArUco marker (ids 1–6); the committee assigns one id per sortie.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— one raw egg in a heart box; points only for an INTACT egg placed ON the pad.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— mandatory transit P1→P2→P3 at a strict 20 m; search 10–20 m; below 10 m only over the pad.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— ≤ 4 sorties in 20 min, a per-minute penalty after; speed and reliability both score.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constraints drive the entire design: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RTK, no network, and an intact-egg-only score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RTK GPS → vision owns the final metre.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GPS wanders ~0.5–1.5 m, larger than the 1 m pad, so the camera must place the landing.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/ 4G in flight (a network use is a DQ) → fully offline, deterministic.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computer vision — no cloud, no machine-learning in the flight loop.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Intact-egg-only score → never release airborne.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egg scores zero, so release is hard-gated behind a confirmed touchdown.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answer: one deterministic quadcopter — classical vision,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land-ON-and-release, fast but safe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quad-X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simplest airframe that hovers over a 1 m pad and lands vertically; no transition logic.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6X (PX4) + Raspberry Pi CM4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open-source flight stack (rules-compliant); deterministic autonomy on the companion.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ArUco decode + white-pad cue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target is a fiducial, so a standard OpenCV decode is exact, CPU-cheap, and auditable.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Land-ON, touchdown-gated release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descend in verified rungs, land on the pad, release only after touchdown confirms.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Pixhawk 6X flies; a CM4 companion sees and decides;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station watches and can KILL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segment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6X (PX4): control, geofence, FC failsafes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CM4: mission, vision, watchdog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OV9281 nadir 1280×720 mono GS — decode + sole control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Gimbal pitch servo — stabilized straight-down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flow + rangefinder — no-RTK lock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Egg-release servo (AUX 9)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segment (GCS)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terminal + Svelte dashboard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map, camera, mission queue + GO, KILL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Safety-pilot RC (dual-band ELRS)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 tower + backup power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external display for evaluation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≥ 500 m LOS (920/2400/5800 MHz)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sortie flies the same verified sequence: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→ search-if-needed → land-ON → release → egress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queued once (4 of 6); confirm the egg → one-click GO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TAKEOFF → TRANSIT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P1→P2→P3 at a strict 20 m (each coordinate scored)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the pad is not yet known — sweep the polygon, decode every pad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→ LAND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 in rungs onto the correct pad (0.2 m final tolerance)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egg AFTER touchdown confirms; skip if airborne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→ LAND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home, land at L&amp;R, disarm for resupply → next sortie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sweep once and remember every pad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sorties 2–4 fly direct, buying window margin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reveals pads one at a time, but a sweep sees them all.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1 flies a boustrophedon sweep of the search polygon and decodes EVERY pad into a marker-id-keyed registry (k-vote confirmed to reject a mis-decode).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Sorties 2–4 fly DIRECT to their registered pad — no sweep.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key window optimisation: it turns 3 of the 4 sorties into short direct flights, so four full deliveries fit comfortably inside 20 minutes.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egg is committed only after a decoded-id land-ON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 a wrong pad, never airborne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descent with a tightening lock.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12→8→5→3→2→1.5 m, re-centring on the decoded marker to 0.2 m before LAND.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Id-verified, centred LAND gate.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vehicle lands only with the ASSIGNED id decoded and the final rung centred — otherwise it climbs, defers, and re-approaches; the egg is never committed.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Touchdown-gated release. 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PX4 confirms touchdown, a 2 s settle precedes a gentle servo release; if telemetry reads airborne, the release is SKIPPED and audited.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Propulsion is sized with margin — hover well below saturation,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endurance covering four sorties plus reserve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Airframe: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Holybro X500 V2, 500 mm quad-X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/ prop: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SunnySky V2814 KV700 ×4  ·  APC 10×4.5MR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 7500 mAh LiPo (166 Wh)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All-up weight (with egg):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2.6 kg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Thrust-to-weight: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: 1   ·   hover ≈ 33% of max thrust  (~350 W / 16 A)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Endurance: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18 min derated  (~20% reserve over the ~17-min mission)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Sizing: eCalc / momentum-theory pass (pre-bench). Climb cap MPC_Z_VEL_MAX_UP = 2 m/s keeps the climb-out under the 20 m ceiling.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failsafe layers plus a ground KILL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vehicle recovers even if the companion dies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watchdog (2 Hz)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/ no-fly → RTH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+ search-floor guards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/ datalink loss → RTH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30% RTH / 20% LAND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Camera-freeze guard: reject stale frames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FC-level (fires if companion dies)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NAV_DLL_ACT / NAV_RCL_ACT = Return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GF_ACTION = RTL, RTL_RETURN_ALT = 20 m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BAT_* thresholds below the companion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pinned + read back at startup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KILL cuts motors instantly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full SITL missions the system delivers 4 / 4 eggs onto the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pad, within 0.10–0.30 m of truth, in 16.7 min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3327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run shows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23560" y="146304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 eggs on the correct assigned pad, id-verified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before every release (never airborne)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24 / 24 coordinates in order, 0 misses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16.7 min (&lt; 20 min); verifier PASS, 0 warnings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Prior: 7 committed full runs, 4/4 every time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PX4 SITL + Gazebo, IAAI KMITL geometry + modelled monsoon wind; independent verifier tools/verify_flight.py (fails closed). Final flight config: single OV9281 mono nadir + System-ID-tuned gains.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meets the DCOS airworthiness criteria: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redundancy, fail-safe modes, secure retention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power margin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hover at ~33% thrust; battery for 4 sorties + reserve.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protection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PX4 tilt / yaw-rate / speed limits; ceiling-safe climb cap.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FC + companion split; flow + rangefinder augment GPS; GCS backup power.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Fail-safe, activatable any time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watchdog + FC RTL + ground KILL.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retention 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payload held in flight, released only on touchdown; PPE per role.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Determinism wins a fiducial mission.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ArUco decode + a verified rung descent land-ON the correct pad — no ML, no network.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Never spend the egg on a bad landing.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id-verified LAND gate + touchdown-gated release protect the only-an-intact-egg-scores rule.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Sweep once, remember, fly direct.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cross-sortie registry fits four deliveries in ~17 min; two failsafe layers + a KILL keep it safe.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AeroOptix     ·     AAVC 2026 (Rules V1.3)     ·     IAAI, KMITL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2026-07-15T07:02:12Z</dcterms:created>
  <dcterms:modified xsi:type="dcterms:W3CDTF">2026-07-15T07:02:12Z</dcterms:modified>
</cp:coreProperties>
</file>